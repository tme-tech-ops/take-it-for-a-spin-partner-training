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1956" r:id="rId2"/>
    <p:sldId id="263" r:id="rId3"/>
    <p:sldId id="2147481957" r:id="rId4"/>
    <p:sldId id="2147481958" r:id="rId5"/>
    <p:sldId id="2147481959" r:id="rId6"/>
    <p:sldId id="2147481960" r:id="rId7"/>
    <p:sldId id="21474819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479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99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6632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4360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150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102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231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762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98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901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39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 glacier blue bg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9C0F85-CF35-48D4-AF13-DEF8C75E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1183"/>
            <a:ext cx="48006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3E8E2-A150-4597-861D-315ADA5C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600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184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7466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704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2946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669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53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3574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0730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79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0358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052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701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764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639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6088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30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98996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1994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9473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2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75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17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2834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51135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64232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71833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368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8573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70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6AD41-9A97-AAD8-1B7C-AA2A4D855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AA5EA-FBDF-163D-4D50-64356D469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67722-28E7-5A9C-1361-FAFC9382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FADE-0109-4A0D-9261-B980460A9FF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76DB-A21F-370B-223C-66C68EE4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86E8-AF61-CE28-0721-8482629C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23D5-ACAC-4B1B-82A3-FD7B04333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 dirty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dirty="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95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5FFCF23-6BEA-CEFA-D871-DFB2CBE4D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Hands-On Workshop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86BF6-0719-754A-BDCE-1EFDB265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6211"/>
            <a:ext cx="7969282" cy="747897"/>
          </a:xfrm>
        </p:spPr>
        <p:txBody>
          <a:bodyPr/>
          <a:lstStyle/>
          <a:p>
            <a:r>
              <a:rPr lang="en-US" dirty="0"/>
              <a:t>Take it for a Spin</a:t>
            </a:r>
          </a:p>
        </p:txBody>
      </p:sp>
    </p:spTree>
    <p:extLst>
      <p:ext uri="{BB962C8B-B14F-4D97-AF65-F5344CB8AC3E}">
        <p14:creationId xmlns:p14="http://schemas.microsoft.com/office/powerpoint/2010/main" val="392234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E415-C5FC-752B-1844-57170608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2 - Lab 1</a:t>
            </a:r>
            <a:br>
              <a:rPr lang="en-US" dirty="0"/>
            </a:br>
            <a:r>
              <a:rPr lang="en-US" dirty="0"/>
              <a:t>15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F2777-D4F2-D612-7ACD-EE244A81F7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321048-38B0-6E73-4BBF-304B367C1FE8}"/>
              </a:ext>
            </a:extLst>
          </p:cNvPr>
          <p:cNvSpPr txBox="1">
            <a:spLocks/>
          </p:cNvSpPr>
          <p:nvPr/>
        </p:nvSpPr>
        <p:spPr>
          <a:xfrm>
            <a:off x="354107" y="4921933"/>
            <a:ext cx="8027894" cy="9971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 defTabSz="9143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rgbClr val="E5F8FF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i="1" dirty="0"/>
              <a:t>Checkpoint: You should be able to state how many assets are Online and how many deployments are Completed/Failed in the current environment. </a:t>
            </a:r>
          </a:p>
        </p:txBody>
      </p:sp>
    </p:spTree>
    <p:extLst>
      <p:ext uri="{BB962C8B-B14F-4D97-AF65-F5344CB8AC3E}">
        <p14:creationId xmlns:p14="http://schemas.microsoft.com/office/powerpoint/2010/main" val="72982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F7C8F-6B38-18B9-AF1E-3F2581D4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9F9E-962E-21C6-BE35-0215EA4F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3 - Lab 2</a:t>
            </a:r>
            <a:br>
              <a:rPr lang="en-US" dirty="0"/>
            </a:br>
            <a:r>
              <a:rPr lang="en-US" dirty="0"/>
              <a:t>15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E8435-E083-7481-34CD-38AF624AD9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F40A1C-C209-D64D-478C-8551BA27986E}"/>
              </a:ext>
            </a:extLst>
          </p:cNvPr>
          <p:cNvSpPr txBox="1">
            <a:spLocks/>
          </p:cNvSpPr>
          <p:nvPr/>
        </p:nvSpPr>
        <p:spPr>
          <a:xfrm>
            <a:off x="354107" y="4589534"/>
            <a:ext cx="8027894" cy="13295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 defTabSz="9143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rgbClr val="E5F8FF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i="1" dirty="0"/>
              <a:t>Checkpoint: Identify which settings tab you would use for common administrative tasks (e.g., where to check license status, where to manage plugins, where to configure security settings).</a:t>
            </a:r>
          </a:p>
        </p:txBody>
      </p:sp>
    </p:spTree>
    <p:extLst>
      <p:ext uri="{BB962C8B-B14F-4D97-AF65-F5344CB8AC3E}">
        <p14:creationId xmlns:p14="http://schemas.microsoft.com/office/powerpoint/2010/main" val="108460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688C-258D-C5AD-C046-B92A01CA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0468-18AB-812F-A705-A272070D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4 - Lab 3</a:t>
            </a:r>
            <a:br>
              <a:rPr lang="en-US" dirty="0"/>
            </a:br>
            <a:r>
              <a:rPr lang="en-US" dirty="0"/>
              <a:t>15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AC653-E698-6732-EC6B-E439279747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A469F3-0A8D-A161-FA97-53F9B65B5F36}"/>
              </a:ext>
            </a:extLst>
          </p:cNvPr>
          <p:cNvSpPr txBox="1">
            <a:spLocks/>
          </p:cNvSpPr>
          <p:nvPr/>
        </p:nvSpPr>
        <p:spPr>
          <a:xfrm>
            <a:off x="354107" y="4257136"/>
            <a:ext cx="8027894" cy="166199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 defTabSz="9143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rgbClr val="E5F8FF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i="1" dirty="0"/>
              <a:t>Checkpoint: You should be able to name at least 3 of the 6 infrastructure categories, describe what a Free Pool asset is, identify External Connection options, locate the </a:t>
            </a:r>
            <a:r>
              <a:rPr lang="en-US" sz="2400" i="1" dirty="0" err="1"/>
              <a:t>PowerStore</a:t>
            </a:r>
            <a:r>
              <a:rPr lang="en-US" sz="2400" i="1" dirty="0"/>
              <a:t> Manager link, and identify where to find </a:t>
            </a:r>
            <a:r>
              <a:rPr lang="en-US" sz="2400" i="1" dirty="0" err="1"/>
              <a:t>PowerStore</a:t>
            </a:r>
            <a:r>
              <a:rPr lang="en-US" sz="2400" i="1" dirty="0"/>
              <a:t> health status and OS update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69142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633B-35D4-F476-A2D8-0648B24A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3A10-BCC4-5E81-67AB-D545ABB2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5 - Lab 4</a:t>
            </a:r>
            <a:br>
              <a:rPr lang="en-US" dirty="0"/>
            </a:br>
            <a:r>
              <a:rPr lang="en-US" dirty="0"/>
              <a:t>15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0DD56-5DF1-2D08-7900-670997ECB4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</p:spTree>
    <p:extLst>
      <p:ext uri="{BB962C8B-B14F-4D97-AF65-F5344CB8AC3E}">
        <p14:creationId xmlns:p14="http://schemas.microsoft.com/office/powerpoint/2010/main" val="422022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1CDF6-81C4-ECF9-4A92-64674B4D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3BB3-3A3C-380F-D53C-0FCE3EA9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6 - Lab 5</a:t>
            </a:r>
            <a:br>
              <a:rPr lang="en-US" dirty="0"/>
            </a:br>
            <a:r>
              <a:rPr lang="en-US" dirty="0"/>
              <a:t>20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8A74-70CB-8FE0-3606-10055D88FE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2C3BF2-71AE-9DDB-FFD8-96CD1AE02F76}"/>
              </a:ext>
            </a:extLst>
          </p:cNvPr>
          <p:cNvSpPr txBox="1">
            <a:spLocks/>
          </p:cNvSpPr>
          <p:nvPr/>
        </p:nvSpPr>
        <p:spPr>
          <a:xfrm>
            <a:off x="354107" y="4921933"/>
            <a:ext cx="8027894" cy="9971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 defTabSz="9143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rgbClr val="E5F8FF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i="1" dirty="0"/>
              <a:t>Checkpoint: Your deployment should be visible in the Deployments list. Status may show as "Deployed," or "In Progress" depending on the target and simulation.</a:t>
            </a:r>
          </a:p>
        </p:txBody>
      </p:sp>
    </p:spTree>
    <p:extLst>
      <p:ext uri="{BB962C8B-B14F-4D97-AF65-F5344CB8AC3E}">
        <p14:creationId xmlns:p14="http://schemas.microsoft.com/office/powerpoint/2010/main" val="148164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40F1-4035-0F7A-1CD3-814E8A53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78AF-F691-0508-527E-26624CD1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7" y="1933206"/>
            <a:ext cx="8027894" cy="1495794"/>
          </a:xfrm>
        </p:spPr>
        <p:txBody>
          <a:bodyPr/>
          <a:lstStyle/>
          <a:p>
            <a:r>
              <a:rPr lang="en-US" dirty="0"/>
              <a:t>Module 7 - Lab 6</a:t>
            </a:r>
            <a:br>
              <a:rPr lang="en-US" dirty="0"/>
            </a:br>
            <a:r>
              <a:rPr lang="en-US" dirty="0"/>
              <a:t>15 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A313F-ADB1-3489-F295-9E371DC85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Take it for a Spin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0518B7-13F0-8EB7-D5CA-62CE5300A6C3}"/>
              </a:ext>
            </a:extLst>
          </p:cNvPr>
          <p:cNvSpPr txBox="1">
            <a:spLocks/>
          </p:cNvSpPr>
          <p:nvPr/>
        </p:nvSpPr>
        <p:spPr>
          <a:xfrm>
            <a:off x="354107" y="4921933"/>
            <a:ext cx="8027894" cy="9971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 defTabSz="9143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rgbClr val="E5F8FF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i="1" dirty="0"/>
              <a:t>Checkpoint: You should be able to state how many assets are Online and how many deployments are Completed/Failed in the current environment. </a:t>
            </a:r>
          </a:p>
        </p:txBody>
      </p:sp>
    </p:spTree>
    <p:extLst>
      <p:ext uri="{BB962C8B-B14F-4D97-AF65-F5344CB8AC3E}">
        <p14:creationId xmlns:p14="http://schemas.microsoft.com/office/powerpoint/2010/main" val="1511373791"/>
      </p:ext>
    </p:extLst>
  </p:cSld>
  <p:clrMapOvr>
    <a:masterClrMapping/>
  </p:clrMapOvr>
</p:sld>
</file>

<file path=ppt/theme/theme1.xml><?xml version="1.0" encoding="utf-8"?>
<a:theme xmlns:a="http://schemas.openxmlformats.org/drawingml/2006/main" name="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Nova Light</vt:lpstr>
      <vt:lpstr>Wingdings</vt:lpstr>
      <vt:lpstr>Dell Tech template</vt:lpstr>
      <vt:lpstr>Take it for a Spin</vt:lpstr>
      <vt:lpstr>Module 2 - Lab 1 15 minutes</vt:lpstr>
      <vt:lpstr>Module 3 - Lab 2 15 minutes</vt:lpstr>
      <vt:lpstr>Module 4 - Lab 3 15 minutes</vt:lpstr>
      <vt:lpstr>Module 5 - Lab 4 15 minutes</vt:lpstr>
      <vt:lpstr>Module 6 - Lab 5 20 minutes</vt:lpstr>
      <vt:lpstr>Module 7 - Lab 6 15 minutes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WellsJr, Michael</dc:creator>
  <cp:lastModifiedBy>WellsJr, Michael</cp:lastModifiedBy>
  <cp:revision>2</cp:revision>
  <dcterms:created xsi:type="dcterms:W3CDTF">2026-09-28T15:27:55Z</dcterms:created>
  <dcterms:modified xsi:type="dcterms:W3CDTF">2026-09-28T15:49:25Z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2026-09-28T15:48:18Z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935738f0-b69a-4e2d-8db3-4016cd884cfd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